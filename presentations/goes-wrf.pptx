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79" r:id="rId2"/>
    <p:sldId id="256" r:id="rId3"/>
    <p:sldId id="257" r:id="rId4"/>
    <p:sldId id="258" r:id="rId5"/>
    <p:sldId id="263" r:id="rId6"/>
    <p:sldId id="264" r:id="rId7"/>
    <p:sldId id="265" r:id="rId8"/>
    <p:sldId id="267" r:id="rId9"/>
    <p:sldId id="269" r:id="rId10"/>
    <p:sldId id="270" r:id="rId11"/>
    <p:sldId id="276" r:id="rId12"/>
    <p:sldId id="277" r:id="rId13"/>
    <p:sldId id="278" r:id="rId14"/>
    <p:sldId id="259" r:id="rId15"/>
    <p:sldId id="271" r:id="rId16"/>
    <p:sldId id="272" r:id="rId17"/>
    <p:sldId id="280" r:id="rId18"/>
    <p:sldId id="281" r:id="rId19"/>
    <p:sldId id="282" r:id="rId20"/>
    <p:sldId id="283" r:id="rId21"/>
    <p:sldId id="284" r:id="rId22"/>
    <p:sldId id="260" r:id="rId23"/>
    <p:sldId id="261" r:id="rId24"/>
    <p:sldId id="26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/>
    <p:restoredTop sz="92921"/>
  </p:normalViewPr>
  <p:slideViewPr>
    <p:cSldViewPr snapToGrid="0">
      <p:cViewPr>
        <p:scale>
          <a:sx n="151" d="100"/>
          <a:sy n="151" d="100"/>
        </p:scale>
        <p:origin x="8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DD616-76D7-DB46-8DF5-4CC8F5F6E826}" type="datetimeFigureOut">
              <a:rPr lang="en-US" smtClean="0"/>
              <a:t>3/10/25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5B878-78E0-0E42-8C79-424472663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49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Observations:</a:t>
            </a:r>
          </a:p>
          <a:p>
            <a:pPr marL="171450" indent="-171450">
              <a:buFontTx/>
              <a:buChar char="-"/>
            </a:pPr>
            <a:r>
              <a:rPr lang="en-US" dirty="0"/>
              <a:t>Generally speaking, the match % is the inverse of the GOES CLC frequency plot </a:t>
            </a:r>
            <a:r>
              <a:rPr lang="en-US" dirty="0">
                <a:sym typeface="Wingdings" pitchFamily="2" charset="2"/>
              </a:rPr>
              <a:t> WRF does worse for areas that are more cloudy</a:t>
            </a:r>
          </a:p>
          <a:p>
            <a:pPr marL="171450" indent="-171450">
              <a:buFontTx/>
              <a:buChar char="-"/>
            </a:pPr>
            <a:r>
              <a:rPr lang="en-US" dirty="0">
                <a:sym typeface="Wingdings" pitchFamily="2" charset="2"/>
              </a:rPr>
              <a:t>The exception is that WRF does have higher CLC frequency on the west end, which bears more investigation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5B878-78E0-0E42-8C79-4244726636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71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Show that pattern is consistent between months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Model performs worst during foggiest months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5B878-78E0-0E42-8C79-4244726636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24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Year to year variability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5B878-78E0-0E42-8C79-4244726636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34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difference between CLC Frequency differences between sites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5B878-78E0-0E42-8C79-4244726636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36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Points: </a:t>
            </a:r>
          </a:p>
          <a:p>
            <a:r>
              <a:rPr lang="en-US" dirty="0"/>
              <a:t>- Match frequency varies between 60-70 </a:t>
            </a:r>
            <a:r>
              <a:rPr lang="en-US" dirty="0" err="1"/>
              <a:t>perecent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Match frequency is inversely related to GOES CLC – better match in years with less coverage</a:t>
            </a:r>
          </a:p>
          <a:p>
            <a:pPr marL="171450" indent="-171450">
              <a:buFontTx/>
              <a:buChar char="-"/>
            </a:pPr>
            <a:r>
              <a:rPr lang="en-US" dirty="0"/>
              <a:t>WRF CLC follows a sort of smoothed version of GOES CLC – we’ll come back to this in more detail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5B878-78E0-0E42-8C79-4244726636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5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2502-E7A4-F14C-8C71-4F402AFD0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DFD40-EE8A-E8CB-E5ED-65D073CAA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D3127-AAF2-1FC7-D89F-B84E6703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6AFF5-CA17-7E42-919A-411536D48CE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3097-22A6-95D4-4EC1-71C0AE3E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AFEB4-3E56-3A1E-2F67-EB190A17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A9F8-CB98-0A47-899A-78B965F6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3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F7C4-F7FD-DD27-01D2-6062B2F2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6E21F-13ED-E879-27AF-832A56CCA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170FB-817D-8C3A-E68E-10480FBF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6AFF5-CA17-7E42-919A-411536D48CE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7539A-AAE7-B901-4407-DE2442EA4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EA7FF-2855-8445-372E-55CD41FA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A9F8-CB98-0A47-899A-78B965F6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54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580CE-F0E2-96A4-B0DF-1B01D061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28CD8-9457-58CC-CFE7-022E676F3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8D180-31DD-0FBF-977E-4487AB391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6AFF5-CA17-7E42-919A-411536D48CE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D43C3-E4F3-D05A-9E06-B88681D1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8A9DE-6437-0C80-899D-F55C7EB9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A9F8-CB98-0A47-899A-78B965F6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84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E55B6-44C7-8B94-DA22-DFA300789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C210C-7EF6-E880-DA58-2AE083034B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ECB4D-9B13-B035-8770-D8572303E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6202B-3606-E3C1-30D9-8C70B39F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6AFF5-CA17-7E42-919A-411536D48CE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7984E-F0F6-281F-B996-808ED458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657E9-30E6-268D-D3A4-65EC2E3D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A9F8-CB98-0A47-899A-78B965F6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2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D4EE-0E6A-DEAD-D16F-A9DA249B3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D28A4-41C0-DB9D-350F-8E44DB6DB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BB780-F9C1-DF73-1E6C-E10AAB1DF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79423-F002-54B6-7583-27CF90926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FFEE6-2472-3850-70D6-9FEB07881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53F2A5-8B68-2F26-D6B3-0C85F3BB1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6AFF5-CA17-7E42-919A-411536D48CE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B8477-8003-93AC-5689-FE70DA19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44EF60-4B9B-42CB-E8E4-DCC7CECAA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A9F8-CB98-0A47-899A-78B965F6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65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DD956-95C9-EFC5-B80A-7AD23AEA5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78FA26-17CB-B19C-1A72-6789B728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6AFF5-CA17-7E42-919A-411536D48CE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E4FA0-6B04-1753-E1D1-26A68942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D3047-01DA-F3A1-FEA6-4ED32093B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A9F8-CB98-0A47-899A-78B965F6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0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139C2F-F183-2B8A-79F0-852A99F8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6AFF5-CA17-7E42-919A-411536D48CE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3E3252-4F4E-A4FD-5BE6-9A80ACE9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CC6C2-6EDD-82E4-6781-DCECC00B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A9F8-CB98-0A47-899A-78B965F6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58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3F0B0-6536-9425-9F46-7544AE383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8EA8B-C512-67E8-15C2-3D94021ED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EFA1C-A469-B41D-18CB-CBEF8795F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BAEB0-BD96-7CCC-25C7-4D811C37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6AFF5-CA17-7E42-919A-411536D48CE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310A4-7620-7832-41E4-A02253BD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450EC-1B61-3200-B4D7-5F2C07194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A9F8-CB98-0A47-899A-78B965F6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201A2-5514-264B-1B25-DC1881D6F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0527AE-88F8-2F5F-143F-BAB062E8EE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72E01-B634-D795-7151-5149132B5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CA756-7586-1473-56D1-24BA0161B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6AFF5-CA17-7E42-919A-411536D48CE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C004D-165D-4B96-BF7B-0A77E2C46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73F12-58AE-CCE9-B9A0-BF8314FA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A9F8-CB98-0A47-899A-78B965F6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17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8B54-C277-F43F-EE89-3E1E272A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A89D3-598F-4356-660B-44D1077E7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0661D-A385-34BE-CBA3-C15AEF00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6AFF5-CA17-7E42-919A-411536D48CE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8F349-7DF9-0DCE-757D-07AD45B2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68B-28CA-BE52-2585-8611D6C3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A9F8-CB98-0A47-899A-78B965F6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6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F73005-C2F0-1DFB-67AC-1CB2695DF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C05EB-A2CA-F8E3-42EA-886BBE8B7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6796C-FCB4-1ABA-E7A7-D45994D2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6AFF5-CA17-7E42-919A-411536D48CE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EEF76-86D8-36D8-DFEE-286D38FA0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42E95-9D12-D184-6261-56C6321F4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A9F8-CB98-0A47-899A-78B965F6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7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1F8E7-572F-423C-41D5-6FCD77FE9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6B3E7-0827-6C87-D306-2934A5B7C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FD320-4E75-F823-C8AB-137F0F2D3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6AFF5-CA17-7E42-919A-411536D48CE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59E29-F932-A094-54B3-DA30A2229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2F2BE-F4ED-3169-D250-B796B5A4E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1A9F8-CB98-0A47-899A-78B965F6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9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0A26A-7511-A36F-B370-D55A669A7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Match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66DFE-098F-3F7B-F841-4E9AD0933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1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25D099-ACF4-1569-ABC1-D6CFBDF52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463" y="0"/>
            <a:ext cx="60030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5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4B2D61-A7B6-BF43-CE6E-64F263BDD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271" y="1221120"/>
            <a:ext cx="10243457" cy="441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22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074A7D-0A56-8085-95A6-609ACF4FE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2260"/>
            <a:ext cx="12192000" cy="525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8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1E34F-10F0-9411-1495-2DDDC2474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372F42-6C68-0B37-DD99-24041984E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" y="889370"/>
            <a:ext cx="12143232" cy="50997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E2FB40-9FDD-5D6C-3CB9-A3B8F73EC73D}"/>
              </a:ext>
            </a:extLst>
          </p:cNvPr>
          <p:cNvSpPr txBox="1"/>
          <p:nvPr/>
        </p:nvSpPr>
        <p:spPr>
          <a:xfrm>
            <a:off x="408432" y="3429000"/>
            <a:ext cx="1085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West 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6D6BE-FFFC-063E-A38F-3E1EFEBB4BD1}"/>
              </a:ext>
            </a:extLst>
          </p:cNvPr>
          <p:cNvSpPr txBox="1"/>
          <p:nvPr/>
        </p:nvSpPr>
        <p:spPr>
          <a:xfrm>
            <a:off x="4083013" y="3309648"/>
            <a:ext cx="108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Inland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98B76-03CF-51C1-3773-F2CF1FBAE78A}"/>
              </a:ext>
            </a:extLst>
          </p:cNvPr>
          <p:cNvSpPr txBox="1"/>
          <p:nvPr/>
        </p:nvSpPr>
        <p:spPr>
          <a:xfrm>
            <a:off x="5748745" y="2240280"/>
            <a:ext cx="1085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North Ocean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F7E497-5870-73D3-3F77-1FFF54CB72B9}"/>
              </a:ext>
            </a:extLst>
          </p:cNvPr>
          <p:cNvSpPr txBox="1"/>
          <p:nvPr/>
        </p:nvSpPr>
        <p:spPr>
          <a:xfrm>
            <a:off x="7623265" y="2153195"/>
            <a:ext cx="1085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Coches</a:t>
            </a:r>
            <a:r>
              <a:rPr lang="en-US" sz="2000" dirty="0">
                <a:solidFill>
                  <a:schemeClr val="bg1"/>
                </a:solidFill>
              </a:rPr>
              <a:t> Point</a:t>
            </a:r>
          </a:p>
        </p:txBody>
      </p:sp>
    </p:spTree>
    <p:extLst>
      <p:ext uri="{BB962C8B-B14F-4D97-AF65-F5344CB8AC3E}">
        <p14:creationId xmlns:p14="http://schemas.microsoft.com/office/powerpoint/2010/main" val="4023264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8DA76A-299E-5264-F79D-1070BBCFB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9143"/>
            <a:ext cx="12192000" cy="518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00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07EA7-FBF6-5522-1B7C-BAD734A4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66359-6E3E-684F-1E4B-A4B437AB1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7C8355-95F3-CB50-8F92-3C08D3A0C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9144"/>
            <a:ext cx="12192000" cy="518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02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840DD-A047-4A0C-8007-162028CC3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32772-CB5D-583C-ECFF-69CB44DBA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682DC-7D31-FBB2-0D90-B8D6750A2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9143"/>
            <a:ext cx="12192000" cy="518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5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311F-B0DF-06DE-7103-4D8B58A4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8E8080-0B46-4F9E-43CC-FF9FAC028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69143"/>
            <a:ext cx="12192000" cy="518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95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1F07-F626-1445-B5EA-E8B438DE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5EFA3-8BB7-D7CE-905D-4192E02AC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9144"/>
            <a:ext cx="12192000" cy="518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87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1135-EDE7-CD17-EE4C-6FD8A7B69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DDAF2-9E3E-998E-A77E-FED8094C8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885E4-EBB3-2F97-BB18-D09960CA3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0"/>
            <a:ext cx="5698494" cy="3398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B6A59A-8B8B-98C0-42B8-6566D20CE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00" y="3459094"/>
            <a:ext cx="5765800" cy="339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37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9A115-CB36-06B8-927B-4F29B7F57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2768"/>
            <a:ext cx="10515600" cy="4351338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Correlation: 0.624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09C9D0-34C3-03E9-D9CC-490FFF9AA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328" y="968978"/>
            <a:ext cx="9873343" cy="588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09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8E69B-7D95-E189-5558-E07660B9F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Interannual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0A0A8-512A-10E8-0565-80CD1650E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09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F1C820-E6D8-CC14-8B40-9A2F49521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91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47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E5A5-4CBD-A678-CBC6-0801D1B7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69E70-C660-7E47-F771-41F9A4EFD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CCE6A6-A2DC-7366-5F6D-260D8B56E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760590" cy="3474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9E8428-2460-1FD5-C003-8028A8E7A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397333"/>
            <a:ext cx="1176059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50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279D-F818-0AD5-5006-5B536469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BC0811-51A1-6D63-D66F-05B711C02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383280"/>
            <a:ext cx="11760594" cy="3474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AD0962-47C6-7582-9BF6-4F195A58E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" y="-45720"/>
            <a:ext cx="1176059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445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6AD75A-3227-6DAA-2C15-DCDE34F72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82491"/>
            <a:ext cx="12192000" cy="469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879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5E00DD-C4C3-3ECB-BACA-3E46207E59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21971"/>
            <a:ext cx="12181652" cy="361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04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2CF363-FFB4-5EA7-0B6A-D469A2E0B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" y="1621971"/>
            <a:ext cx="12181649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8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346638-DC9E-0AE0-EBB9-668207B41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" y="1621971"/>
            <a:ext cx="12181649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62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EFD8E9-6AD6-25F7-8FF4-5F3B244FF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6528"/>
            <a:ext cx="12218342" cy="362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24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4874-8BCD-657A-D202-23388E25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Plots</a:t>
            </a:r>
          </a:p>
        </p:txBody>
      </p:sp>
    </p:spTree>
    <p:extLst>
      <p:ext uri="{BB962C8B-B14F-4D97-AF65-F5344CB8AC3E}">
        <p14:creationId xmlns:p14="http://schemas.microsoft.com/office/powerpoint/2010/main" val="4193839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154C2B-A822-CACE-455D-01686CA54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67989"/>
            <a:ext cx="12236235" cy="499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42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6362E3-D849-20E7-01E8-82AE9E6C9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9781"/>
            <a:ext cx="12192000" cy="557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7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138</Words>
  <Application>Microsoft Macintosh PowerPoint</Application>
  <PresentationFormat>Widescreen</PresentationFormat>
  <Paragraphs>24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Menlo</vt:lpstr>
      <vt:lpstr>Wingdings</vt:lpstr>
      <vt:lpstr>Office Theme</vt:lpstr>
      <vt:lpstr>Overall Match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Interannual Trends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 Plots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McCornack, Patrick Fraser</dc:creator>
  <cp:lastModifiedBy>McCornack, Patrick Fraser</cp:lastModifiedBy>
  <cp:revision>1</cp:revision>
  <dcterms:created xsi:type="dcterms:W3CDTF">2025-03-10T15:48:39Z</dcterms:created>
  <dcterms:modified xsi:type="dcterms:W3CDTF">2025-03-10T20:34:29Z</dcterms:modified>
</cp:coreProperties>
</file>