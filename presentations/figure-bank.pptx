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57" d="100"/>
          <a:sy n="157" d="100"/>
        </p:scale>
        <p:origin x="-640" y="-1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4CE6C-E33C-6249-5E3E-E571C898B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64176B-B288-4315-1C96-C2E91FB6A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6E80E-70D3-945B-1CDB-3E71D29D6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FC0D2-E92E-1C43-9E80-96332448AC67}" type="datetimeFigureOut">
              <a:rPr lang="en-US" smtClean="0"/>
              <a:t>6/8/25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94F9A-9460-E2C8-C9CD-01ECB583A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DC225-D4D3-AB7B-4198-4ADACD50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F08C2-C02E-0D48-9B67-8323EB1A6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3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519E6-2F37-C6D1-7C67-D34469F48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A51DB-E8BD-8EA2-2002-424727A85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64571-5173-99EE-1FD4-90CC5B3E5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FC0D2-E92E-1C43-9E80-96332448AC67}" type="datetimeFigureOut">
              <a:rPr lang="en-US" smtClean="0"/>
              <a:t>6/8/25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15D8-2804-4885-02D1-3BD40BA49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37250-D15F-8686-9E65-1F253766B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F08C2-C02E-0D48-9B67-8323EB1A6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76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3B43-7634-1987-B6B9-FC47EAB12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6F72A-940B-69A9-6488-6129E21A0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DDC3C-F5C6-E6E8-AEF6-AEA88F71E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FC0D2-E92E-1C43-9E80-96332448AC67}" type="datetimeFigureOut">
              <a:rPr lang="en-US" smtClean="0"/>
              <a:t>6/8/25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E1B8B-2FEB-1366-7FFB-23645386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2785C-28F9-5857-CCA4-28C3874D3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F08C2-C02E-0D48-9B67-8323EB1A6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54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463FF-1842-5577-79AF-42DC77500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442CA-F3A1-BD08-BBF4-C646805FD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33E5C-C8BD-ED49-5F69-692B7F035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61F72-ED01-6C75-0947-4B0029B88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FC0D2-E92E-1C43-9E80-96332448AC67}" type="datetimeFigureOut">
              <a:rPr lang="en-US" smtClean="0"/>
              <a:t>6/8/25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1F3BF-01C5-52B3-2AF0-AAA55EB5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C04A7-7973-4883-52A7-67298596C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F08C2-C02E-0D48-9B67-8323EB1A6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52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28212-4F99-A44F-01B2-FA1BCD38A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8E744-19CE-36B9-D02F-D3EE7B15D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951E9-0A20-F484-2E2B-593A3A9CE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D20A8-C0CF-F549-6E04-278AFD02D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D34562-417F-DA57-90E7-28FFA15D9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88B07C-09C1-6295-AF72-652A2D553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FC0D2-E92E-1C43-9E80-96332448AC67}" type="datetimeFigureOut">
              <a:rPr lang="en-US" smtClean="0"/>
              <a:t>6/8/25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39747-1A5B-0AD5-2417-38EF11FEC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EE3649-37BD-E92B-B02E-476F8F152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F08C2-C02E-0D48-9B67-8323EB1A6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11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D9274-BD91-7D1A-5982-757783AA1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D94CA0-9CFF-6AA5-CFBA-476722508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FC0D2-E92E-1C43-9E80-96332448AC67}" type="datetimeFigureOut">
              <a:rPr lang="en-US" smtClean="0"/>
              <a:t>6/8/25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D38A02-CD33-C0F2-DB38-D2982A95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B64585-7914-180C-1517-296E5FC4C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F08C2-C02E-0D48-9B67-8323EB1A6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3924E3-8864-4557-0DFD-B48FD7EE0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FC0D2-E92E-1C43-9E80-96332448AC67}" type="datetimeFigureOut">
              <a:rPr lang="en-US" smtClean="0"/>
              <a:t>6/8/25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34191A-9944-3668-B43B-A1FBCD146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910D4-8EBC-51CC-AA72-26772ECD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F08C2-C02E-0D48-9B67-8323EB1A6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00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DD20-F676-7FC5-682A-0919A800D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33DEE-7D36-580B-41A0-6027B6029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89FF1-BAD5-A1D3-2CF1-2216FE8D8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329A4-D992-8CE6-AF09-28ED9464D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FC0D2-E92E-1C43-9E80-96332448AC67}" type="datetimeFigureOut">
              <a:rPr lang="en-US" smtClean="0"/>
              <a:t>6/8/25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B7007-4C7C-F073-A6C1-B6961F52F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40ECF-B8EF-F884-CA6F-1EB8BD9DA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F08C2-C02E-0D48-9B67-8323EB1A6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34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B394-9B86-2DA2-8581-CC01B2A16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D24EF-FBC0-7E02-B551-2C96B88217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35ABE-9211-FDF0-E2A8-66DAB07B6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FE71F-29A0-DEBF-0557-2FA1D7BE8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FC0D2-E92E-1C43-9E80-96332448AC67}" type="datetimeFigureOut">
              <a:rPr lang="en-US" smtClean="0"/>
              <a:t>6/8/25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A984C-22D8-679A-79F9-B284FBFDC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203EE-6CD5-B68B-6287-43776D96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F08C2-C02E-0D48-9B67-8323EB1A6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24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B1123-201A-3BC9-B4AA-A9DDD376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DF182B-9738-7025-951B-97804C730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71D9C-5FF3-31E3-29BC-23188F64C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FC0D2-E92E-1C43-9E80-96332448AC67}" type="datetimeFigureOut">
              <a:rPr lang="en-US" smtClean="0"/>
              <a:t>6/8/25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A4DE0-79E4-75C3-3DBA-D740FF4F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0481A-A3E6-B0CD-8F28-6EE2A973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F08C2-C02E-0D48-9B67-8323EB1A6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29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17682F-DCA4-D216-1E59-FA137C7028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364313-28F3-FD42-3B84-BFECFA000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5ED1E-CEE1-E263-B755-00212E7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FC0D2-E92E-1C43-9E80-96332448AC67}" type="datetimeFigureOut">
              <a:rPr lang="en-US" smtClean="0"/>
              <a:t>6/8/25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D2E04-596E-DBF5-E7B6-52CDEEB0F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2A615-3F96-11C8-7E43-56371B788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F08C2-C02E-0D48-9B67-8323EB1A6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80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FF73D5-571D-0208-561A-090BC5AFC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B640-5512-E610-B733-9DAC75426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C43FF-5189-CC3E-68A5-08B3575E9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EFC0D2-E92E-1C43-9E80-96332448AC67}" type="datetimeFigureOut">
              <a:rPr lang="en-US" smtClean="0"/>
              <a:t>6/8/25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11DBE-2885-3201-93CF-456DF335A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74BD3-FF97-F1C1-959B-69AEF74AB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6F08C2-C02E-0D48-9B67-8323EB1A6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5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89B39-9490-3365-58F8-0D87FC9BDE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WRF CLCF Figure Bank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0122A-C3D0-AA0E-5518-0EE85C57DB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76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83A67-33BA-4E44-AA97-2E7BF3340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57D4F-CF5A-F317-82BB-A33A8C1D3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graph of different colored dots&#10;&#10;Description automatically generated">
            <a:extLst>
              <a:ext uri="{FF2B5EF4-FFF2-40B4-BE49-F238E27FC236}">
                <a16:creationId xmlns:a16="http://schemas.microsoft.com/office/drawing/2014/main" id="{F2979B6F-654A-00EF-AA2D-67855B369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2359"/>
            <a:ext cx="12203354" cy="598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025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87C9C-0E9C-91DA-00D7-1303DE891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BA4F3-E3F7-FAF1-6B8B-954B72C17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map of the united states&#10;&#10;Description automatically generated">
            <a:extLst>
              <a:ext uri="{FF2B5EF4-FFF2-40B4-BE49-F238E27FC236}">
                <a16:creationId xmlns:a16="http://schemas.microsoft.com/office/drawing/2014/main" id="{1F0B6E6E-A16D-3B1F-483F-030562A39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834" y="472966"/>
            <a:ext cx="7300703" cy="559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90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3CB4E-06AF-D3B9-E9A7-0A353709C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C3B2A-4441-724B-3833-42BF43EBE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61EC1F-5795-9A2C-2E77-3EF3AE2D5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98002"/>
            <a:ext cx="7772400" cy="366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248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15DA5-3BF4-3337-8AE9-E1C59175E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graph&#10;&#10;Description automatically generated">
            <a:extLst>
              <a:ext uri="{FF2B5EF4-FFF2-40B4-BE49-F238E27FC236}">
                <a16:creationId xmlns:a16="http://schemas.microsoft.com/office/drawing/2014/main" id="{12DDFAF0-EC69-9CAF-6290-ADD88EE9E7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8121" y="1825625"/>
            <a:ext cx="32957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61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5CFE5-2837-08CB-8EEC-F0BF1485D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D4D00-0D53-1EFF-5631-04EC9BD0D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graph of the temperature of the sun&#10;&#10;Description automatically generated with medium confidence">
            <a:extLst>
              <a:ext uri="{FF2B5EF4-FFF2-40B4-BE49-F238E27FC236}">
                <a16:creationId xmlns:a16="http://schemas.microsoft.com/office/drawing/2014/main" id="{0159F50E-44C2-FE45-D8FA-FE5E5DAB9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300" y="-558800"/>
            <a:ext cx="4597400" cy="797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64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</Words>
  <Application>Microsoft Macintosh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WRF CLCF Figure Bank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McCornack, Patrick Fraser</dc:creator>
  <cp:lastModifiedBy>McCornack, Patrick Fraser</cp:lastModifiedBy>
  <cp:revision>1</cp:revision>
  <dcterms:created xsi:type="dcterms:W3CDTF">2025-06-08T19:21:07Z</dcterms:created>
  <dcterms:modified xsi:type="dcterms:W3CDTF">2025-06-08T21:29:50Z</dcterms:modified>
</cp:coreProperties>
</file>